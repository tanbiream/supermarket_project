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12/12/2023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970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36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37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611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12/12/2023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41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12/12/2023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8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12/12/2023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564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328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04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44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75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12/12/2023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5760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3E0473-C315-42D8-A82A-A2FE49DC6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23A251-68F2-43E5-812B-4BBAE1A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A9D546-BB39-A267-9DA4-89A8B237D8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l="655" r="10478"/>
          <a:stretch/>
        </p:blipFill>
        <p:spPr>
          <a:xfrm>
            <a:off x="1525" y="10"/>
            <a:ext cx="12188951" cy="6857990"/>
          </a:xfrm>
          <a:prstGeom prst="rect">
            <a:avLst/>
          </a:prstGeom>
        </p:spPr>
      </p:pic>
      <p:grpSp>
        <p:nvGrpSpPr>
          <p:cNvPr id="13" name="decorative circle">
            <a:extLst>
              <a:ext uri="{FF2B5EF4-FFF2-40B4-BE49-F238E27FC236}">
                <a16:creationId xmlns:a16="http://schemas.microsoft.com/office/drawing/2014/main" id="{0350AF23-2606-421F-AB7B-23D9B48F3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4102" y="236341"/>
            <a:ext cx="11340713" cy="5464029"/>
            <a:chOff x="314102" y="236341"/>
            <a:chExt cx="11340713" cy="5464029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26A544A-3C76-4502-A741-F4DB0E2CD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448" y="38039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17B8593-D171-47B5-8D1A-E34E7B138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4102" y="3044381"/>
              <a:ext cx="226735" cy="226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FEF60D4-64F6-450F-B86D-383EEA1C8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8374" y="386135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97D4A7C-B520-46CB-9A94-711F53997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5714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B7B976F-E84B-4936-90D7-C8298A5E7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1535" y="2516671"/>
              <a:ext cx="466441" cy="4664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C91FFEC-59DF-4D22-A925-F51520769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30142" y="458803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8931E95-0847-47E4-8AEC-312312A03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02046" y="5394590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C094915-EF93-49A0-9B90-C44FB9B5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08287" y="5160714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6FAB915-9C2F-D26C-0B0E-4AB5B871D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2606" y="1122363"/>
            <a:ext cx="7063739" cy="23876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B23D8E-5614-BC45-FB65-916F1E5A8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2606" y="3602038"/>
            <a:ext cx="7063739" cy="1655762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To boost supermarket revenue and optimize production efficiency by Q2’s end, this project will analyze sales trend. The aim is to identify non-performing products and recommend data-driven strategies for a more profitable and efficient operation, focusing on cost-effective products. </a:t>
            </a:r>
          </a:p>
        </p:txBody>
      </p:sp>
    </p:spTree>
    <p:extLst>
      <p:ext uri="{BB962C8B-B14F-4D97-AF65-F5344CB8AC3E}">
        <p14:creationId xmlns:p14="http://schemas.microsoft.com/office/powerpoint/2010/main" val="4198274762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AnalogousFromRegularSeedLeftStep">
      <a:dk1>
        <a:srgbClr val="000000"/>
      </a:dk1>
      <a:lt1>
        <a:srgbClr val="FFFFFF"/>
      </a:lt1>
      <a:dk2>
        <a:srgbClr val="1A252F"/>
      </a:dk2>
      <a:lt2>
        <a:srgbClr val="F1F3F0"/>
      </a:lt2>
      <a:accent1>
        <a:srgbClr val="CA29E7"/>
      </a:accent1>
      <a:accent2>
        <a:srgbClr val="6C1CD6"/>
      </a:accent2>
      <a:accent3>
        <a:srgbClr val="2C29E7"/>
      </a:accent3>
      <a:accent4>
        <a:srgbClr val="1763D5"/>
      </a:accent4>
      <a:accent5>
        <a:srgbClr val="27BBDB"/>
      </a:accent5>
      <a:accent6>
        <a:srgbClr val="15C39A"/>
      </a:accent6>
      <a:hlink>
        <a:srgbClr val="459F35"/>
      </a:hlink>
      <a:folHlink>
        <a:srgbClr val="7F7F7F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Gill Sans Nova</vt:lpstr>
      <vt:lpstr>ConfettiVTI</vt:lpstr>
      <vt:lpstr>Problem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</dc:title>
  <dc:creator>Jugo Hugo</dc:creator>
  <cp:lastModifiedBy>Jugo Hugo</cp:lastModifiedBy>
  <cp:revision>1</cp:revision>
  <dcterms:created xsi:type="dcterms:W3CDTF">2023-12-13T02:55:29Z</dcterms:created>
  <dcterms:modified xsi:type="dcterms:W3CDTF">2023-12-13T03:06:55Z</dcterms:modified>
</cp:coreProperties>
</file>