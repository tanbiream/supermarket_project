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C012-569C-1A16-2700-F1E83D88E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CFF84-D8B1-8085-8B05-E27517E66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3C73A-FEAF-BE0B-C061-F874C03F5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7A2DE-9646-727C-1D62-C9DFCCEC6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B74C2-EEC6-0EE0-1AAB-872FE6B1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4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F074D-83A0-B789-6940-97F88925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1DB9F-A332-DCF2-BA28-E2D8ED6E0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19D55-B1BE-A92E-CFF0-8268BF10E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71FC4-95C4-80DB-EBDC-06CF711D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98798-9592-9350-0688-0C184228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1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F9FB-916F-A048-0185-CBB3D7936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48CB2-2F3C-8D62-5F00-FF8505123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DE6D6-C759-C781-CB56-E944EA3E1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420E3-9D3B-2511-1957-7B2804B5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42904-A167-261A-124E-092D649C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5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99AE-B197-2B86-6C54-6F7052043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C1845-7537-EC4D-2387-F2F7BF7B7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6F971-70E4-5420-1E11-93F0DB13B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9A6D1-C51C-EDF9-D051-9273E034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98D90-215D-4702-67DB-99B75FDF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E5270-2C37-B21E-123F-8D831907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97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EEF4-B61C-E082-FA4A-3668436B1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DAE47-FDB4-A9D8-325C-02AC9FED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47118-AF3B-78B9-A336-BAA8CDD5D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77B85-CD0B-CE49-9DC1-F732CC5C5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333958-0E31-5579-85EA-E6B922FF0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BE929-7DDB-E00F-9CB0-95FAFA52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A21FE-AFF7-9AF3-1838-F90C7191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56E3F3-4BA7-B16D-7C0A-65DFDC29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0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D1740-6E1E-8314-47E5-88FA3BAE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7F203-B11F-CAC5-697F-7B96A371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82944-92DE-774B-1F53-FEAD0CF9F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87DFC-E57E-9499-FBFF-6C307D9D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37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9C423-1C59-4968-F054-FC55566D1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BCB416-FBEF-1E67-CF6F-2EA75968F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E24FB-3338-F7F7-6420-46230E59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69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7E50C-7F40-3B68-D6AF-F5D8821DA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B0831-ECAF-C7C4-65EC-4F5E1F574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BDA2F-9C54-CD5D-B071-D8D496A03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358C3-A300-FF09-F044-8DF92909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83CC3-44ED-91EC-7FEC-2CC02207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10EBD-5711-07A7-92D8-D6FBA16B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7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B5D0D-F165-BC00-C209-C191B2E6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61BB91-1993-4D5C-1A6E-CE086CF0F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37205-1932-836A-AA51-F1E1E67CF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F49D2-395B-1AF0-E50E-65C796A8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A2ED3-B068-CAE1-E1D9-7E9E176B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DF053-D9E4-C021-D5DD-B506902D6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60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23096-79C9-E3CF-EF2A-4C47D08E5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10864-17D0-8ECB-025F-7798A08FD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28A91-CF3B-BA15-FF3F-2D5EBD0A6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08103-FBB3-3D47-D3D2-C23D021F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BF0D3-FCBF-0838-934F-1BE3F17B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4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72BF29-E485-30DC-B22D-09EAFC845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16C0F-8093-F824-F237-C7E9FAD58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30C2D-0F90-640F-57CA-262F6B5D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A91A-3507-0C4E-E34E-2FEDD6CFE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B86E9-2D7E-8025-93BF-B66307A5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2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FC6AE7-9037-67BD-94F1-226B80C46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5A8DF-4D3B-C860-CD61-F1EC70DEA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1563E-ADD9-46F7-6B00-843B52833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3C9AB-EE92-4935-816E-6F19DC96C586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1C08F-4858-D246-E0B1-6892EDEAE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D3705-66B2-9EBE-3D24-9FD0878FC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DF67A-4484-4BBC-B092-D74A3AC4D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3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6D0F71-DC30-08A1-ACB3-0C531B7A06D1}"/>
              </a:ext>
            </a:extLst>
          </p:cNvPr>
          <p:cNvSpPr/>
          <p:nvPr/>
        </p:nvSpPr>
        <p:spPr>
          <a:xfrm>
            <a:off x="844169" y="2206725"/>
            <a:ext cx="2013528" cy="98497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to increase revenue and optimize production efficiency for a supermarket?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6A6862-B03E-BFDA-3412-1355D79F312C}"/>
              </a:ext>
            </a:extLst>
          </p:cNvPr>
          <p:cNvSpPr/>
          <p:nvPr/>
        </p:nvSpPr>
        <p:spPr>
          <a:xfrm>
            <a:off x="3720340" y="1290628"/>
            <a:ext cx="3260783" cy="39740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Female products sells more and brings in more revenue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FD9114-2D3E-6FA4-E7C8-D7E2C76DF8B7}"/>
              </a:ext>
            </a:extLst>
          </p:cNvPr>
          <p:cNvSpPr/>
          <p:nvPr/>
        </p:nvSpPr>
        <p:spPr>
          <a:xfrm>
            <a:off x="3720339" y="3766403"/>
            <a:ext cx="3260784" cy="39740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Male products sells  more and brings in more revenue.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39F746-B89D-C9D7-1027-0E04B8A6B737}"/>
              </a:ext>
            </a:extLst>
          </p:cNvPr>
          <p:cNvSpPr/>
          <p:nvPr/>
        </p:nvSpPr>
        <p:spPr>
          <a:xfrm>
            <a:off x="8365261" y="3284857"/>
            <a:ext cx="3349405" cy="22957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Products line popular amongst male shoppers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888521-0FB0-5F09-B4CC-8486BD2C166F}"/>
              </a:ext>
            </a:extLst>
          </p:cNvPr>
          <p:cNvSpPr/>
          <p:nvPr/>
        </p:nvSpPr>
        <p:spPr>
          <a:xfrm>
            <a:off x="8365263" y="4718979"/>
            <a:ext cx="3349401" cy="2295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Least favorite product line amongst male shoppers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F6AF4-6CE0-37C0-F2D9-7C91823B3CD2}"/>
              </a:ext>
            </a:extLst>
          </p:cNvPr>
          <p:cNvSpPr/>
          <p:nvPr/>
        </p:nvSpPr>
        <p:spPr>
          <a:xfrm>
            <a:off x="8365261" y="143762"/>
            <a:ext cx="3349405" cy="22957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Product line most popular amongst female shoppers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8102C8-0FD4-5CA4-FCDD-DEFF5031B36A}"/>
              </a:ext>
            </a:extLst>
          </p:cNvPr>
          <p:cNvSpPr/>
          <p:nvPr/>
        </p:nvSpPr>
        <p:spPr>
          <a:xfrm>
            <a:off x="8365261" y="1639652"/>
            <a:ext cx="3349405" cy="2295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Least favorite product line amongst female shoppers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6383EC-3CB9-26D4-84B6-B41CF4DFDA2E}"/>
              </a:ext>
            </a:extLst>
          </p:cNvPr>
          <p:cNvSpPr/>
          <p:nvPr/>
        </p:nvSpPr>
        <p:spPr>
          <a:xfrm>
            <a:off x="8365262" y="599416"/>
            <a:ext cx="3349404" cy="22957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Cost of making the popular product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EF9FF2-01C2-DEDA-CCDD-322E173ACB84}"/>
              </a:ext>
            </a:extLst>
          </p:cNvPr>
          <p:cNvSpPr/>
          <p:nvPr/>
        </p:nvSpPr>
        <p:spPr>
          <a:xfrm>
            <a:off x="8365261" y="1049073"/>
            <a:ext cx="3349403" cy="3536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the popular product same across all stores or changes based on location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1BE8E8-18BD-6323-6813-E5E93275A8B2}"/>
              </a:ext>
            </a:extLst>
          </p:cNvPr>
          <p:cNvSpPr/>
          <p:nvPr/>
        </p:nvSpPr>
        <p:spPr>
          <a:xfrm>
            <a:off x="8365261" y="2091936"/>
            <a:ext cx="3349405" cy="2295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cost of making the least popular products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DE3F0A-364E-8EBC-6256-09989ECE6C67}"/>
              </a:ext>
            </a:extLst>
          </p:cNvPr>
          <p:cNvSpPr/>
          <p:nvPr/>
        </p:nvSpPr>
        <p:spPr>
          <a:xfrm>
            <a:off x="8368321" y="2544159"/>
            <a:ext cx="3346343" cy="2389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least favorite products same in all stores or also changes based on location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12FBDC-BCCE-A1E5-A0BE-5BD83DAD8EDA}"/>
              </a:ext>
            </a:extLst>
          </p:cNvPr>
          <p:cNvSpPr/>
          <p:nvPr/>
        </p:nvSpPr>
        <p:spPr>
          <a:xfrm>
            <a:off x="8365260" y="3726802"/>
            <a:ext cx="3349404" cy="22957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Cost of making the popular product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875D82-AA8F-8E3F-B467-4B3DCA591465}"/>
              </a:ext>
            </a:extLst>
          </p:cNvPr>
          <p:cNvSpPr/>
          <p:nvPr/>
        </p:nvSpPr>
        <p:spPr>
          <a:xfrm>
            <a:off x="8365260" y="4104329"/>
            <a:ext cx="3349404" cy="35368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the popular product same across all stores or changes based on location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17B6BF-E95A-7FC7-FC64-C7EBFD62273E}"/>
              </a:ext>
            </a:extLst>
          </p:cNvPr>
          <p:cNvSpPr/>
          <p:nvPr/>
        </p:nvSpPr>
        <p:spPr>
          <a:xfrm>
            <a:off x="8365263" y="5187675"/>
            <a:ext cx="3349401" cy="2295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cost of making the least popular products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331456-F3A0-94F2-729B-2B7A89B0FBBA}"/>
              </a:ext>
            </a:extLst>
          </p:cNvPr>
          <p:cNvSpPr/>
          <p:nvPr/>
        </p:nvSpPr>
        <p:spPr>
          <a:xfrm>
            <a:off x="8365263" y="5674976"/>
            <a:ext cx="3349401" cy="3540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least favorite products same in all stores or also changes based on location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39FEC7F-B941-A3F8-FC3C-E8F58365E49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857697" y="1489331"/>
            <a:ext cx="862643" cy="12098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A6E059E-5122-3C26-2601-34CBC9884EF3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857697" y="2699215"/>
            <a:ext cx="862642" cy="12658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23A989C-E06D-6285-99DA-2633A84502B2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6981123" y="258551"/>
            <a:ext cx="1384138" cy="1230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889E93-BABA-8062-A03E-45986644BBD8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6981123" y="1489331"/>
            <a:ext cx="1384138" cy="265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58B074D-7F23-868C-4DCE-74F4113B2EEE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10039964" y="373340"/>
            <a:ext cx="0" cy="226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03BC49D-6E0A-A13E-B385-E25AE75354DE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0039963" y="828994"/>
            <a:ext cx="1" cy="220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AB5F77B-1DAD-8051-842E-AE403B4F12A8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0039964" y="1869230"/>
            <a:ext cx="0" cy="222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D7493DA-07EB-610F-536E-F093A07F0881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10039964" y="2321514"/>
            <a:ext cx="1529" cy="222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B298CA4-F1EE-9744-66F9-96CA1CB4720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6981123" y="3399646"/>
            <a:ext cx="1384138" cy="565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49EF737-FC20-F744-9D4B-06376341D60E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6981123" y="3965106"/>
            <a:ext cx="1384140" cy="868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455245D-7700-FDB0-0F45-D0D131D66383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flipH="1">
            <a:off x="10039962" y="3514435"/>
            <a:ext cx="2" cy="212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3509FCC-C1E5-0BBF-8B3D-F14C0203E109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10039962" y="3956380"/>
            <a:ext cx="0" cy="147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42DD9D4-588F-7EF5-A059-68F2D77D60D7}"/>
              </a:ext>
            </a:extLst>
          </p:cNvPr>
          <p:cNvCxnSpPr>
            <a:cxnSpLocks/>
            <a:stCxn id="10" idx="2"/>
            <a:endCxn id="20" idx="0"/>
          </p:cNvCxnSpPr>
          <p:nvPr/>
        </p:nvCxnSpPr>
        <p:spPr>
          <a:xfrm>
            <a:off x="10039964" y="4948558"/>
            <a:ext cx="0" cy="239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131D58D-A84E-1565-9A41-852E4FB4D7DD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10039964" y="5417253"/>
            <a:ext cx="0" cy="257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46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138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Jugo Hugo</dc:creator>
  <cp:lastModifiedBy>Jugo Hugo</cp:lastModifiedBy>
  <cp:revision>2</cp:revision>
  <dcterms:created xsi:type="dcterms:W3CDTF">2023-12-13T03:07:39Z</dcterms:created>
  <dcterms:modified xsi:type="dcterms:W3CDTF">2023-12-13T03:59:13Z</dcterms:modified>
</cp:coreProperties>
</file>